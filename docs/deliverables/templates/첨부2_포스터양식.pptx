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5119350" cy="21599525"/>
  <p:notesSz cx="6858000" cy="9144000"/>
  <p:defaultTextStyle>
    <a:defPPr>
      <a:defRPr lang="ko-KR"/>
    </a:defPPr>
    <a:lvl1pPr marL="0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1pPr>
    <a:lvl2pPr marL="881253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2pPr>
    <a:lvl3pPr marL="1762506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3pPr>
    <a:lvl4pPr marL="2643759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4pPr>
    <a:lvl5pPr marL="3525012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5pPr>
    <a:lvl6pPr marL="4406265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6pPr>
    <a:lvl7pPr marL="5287518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7pPr>
    <a:lvl8pPr marL="6168771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8pPr>
    <a:lvl9pPr marL="7050024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>
      <p:cViewPr varScale="1">
        <p:scale>
          <a:sx n="36" d="100"/>
          <a:sy n="36" d="100"/>
        </p:scale>
        <p:origin x="28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534924"/>
            <a:ext cx="12851448" cy="7519835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344752"/>
            <a:ext cx="11339513" cy="5214884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636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54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84888"/>
            <a:ext cx="13040439" cy="8984801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454688"/>
            <a:ext cx="13040439" cy="4724895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20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749874"/>
            <a:ext cx="6425724" cy="137047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749874"/>
            <a:ext cx="6425724" cy="137047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00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49979"/>
            <a:ext cx="13040439" cy="417491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94885"/>
            <a:ext cx="6396193" cy="2594941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89827"/>
            <a:ext cx="6396193" cy="1160474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94885"/>
            <a:ext cx="6427693" cy="2594941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89827"/>
            <a:ext cx="6427693" cy="1160474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3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203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26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39968"/>
            <a:ext cx="4876384" cy="5039889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109937"/>
            <a:ext cx="7654171" cy="15349662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79857"/>
            <a:ext cx="4876384" cy="12004738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563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39968"/>
            <a:ext cx="4876384" cy="5039889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109937"/>
            <a:ext cx="7654171" cy="15349662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79857"/>
            <a:ext cx="4876384" cy="12004738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778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041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49975"/>
            <a:ext cx="3260110" cy="1830459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49975"/>
            <a:ext cx="9591338" cy="18304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67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49979"/>
            <a:ext cx="13040439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749874"/>
            <a:ext cx="13040439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20019564"/>
            <a:ext cx="3401854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20019564"/>
            <a:ext cx="5102781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20019564"/>
            <a:ext cx="3401854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73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1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5125616" cy="2159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056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8800" y="3251200"/>
            <a:ext cx="10566400" cy="7568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dirty="0"/>
              <a:t>졸업작품 전시회에 사용될 </a:t>
            </a:r>
            <a:r>
              <a:rPr lang="ko-KR" altLang="en-US" dirty="0" err="1"/>
              <a:t>폼보드</a:t>
            </a:r>
            <a:r>
              <a:rPr lang="en-US" altLang="ko-KR" dirty="0"/>
              <a:t>, </a:t>
            </a:r>
            <a:r>
              <a:rPr lang="ko-KR" altLang="en-US" dirty="0"/>
              <a:t>온라인 사이트에 기재될 디자인 양식입니다</a:t>
            </a:r>
            <a:r>
              <a:rPr lang="en-US" altLang="ko-KR" dirty="0"/>
              <a:t>. </a:t>
            </a:r>
          </a:p>
          <a:p>
            <a:pPr fontAlgn="base"/>
            <a:r>
              <a:rPr lang="en-US" altLang="ko-KR" dirty="0"/>
              <a:t> </a:t>
            </a:r>
          </a:p>
          <a:p>
            <a:pPr fontAlgn="base"/>
            <a:r>
              <a:rPr lang="ko-KR" altLang="en-US" b="1" dirty="0"/>
              <a:t>크기 비율 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42cm(</a:t>
            </a:r>
            <a:r>
              <a:rPr lang="ko-KR" altLang="en-US" b="1" dirty="0"/>
              <a:t>가로</a:t>
            </a:r>
            <a:r>
              <a:rPr lang="en-US" altLang="ko-KR" b="1" dirty="0"/>
              <a:t>) X 60cm(</a:t>
            </a:r>
            <a:r>
              <a:rPr lang="ko-KR" altLang="en-US" b="1" dirty="0"/>
              <a:t>세로</a:t>
            </a:r>
            <a:r>
              <a:rPr lang="en-US" altLang="ko-KR" b="1" dirty="0"/>
              <a:t>)</a:t>
            </a:r>
          </a:p>
          <a:p>
            <a:pPr fontAlgn="base"/>
            <a:r>
              <a:rPr lang="ko-KR" altLang="en-US" dirty="0"/>
              <a:t>비율조정 금지 </a:t>
            </a:r>
            <a:r>
              <a:rPr lang="en-US" altLang="ko-KR" dirty="0"/>
              <a:t>! </a:t>
            </a:r>
            <a:r>
              <a:rPr lang="ko-KR" altLang="en-US" dirty="0"/>
              <a:t>해당 </a:t>
            </a:r>
            <a:r>
              <a:rPr lang="en-US" altLang="ko-KR" dirty="0"/>
              <a:t>PPT </a:t>
            </a:r>
            <a:r>
              <a:rPr lang="ko-KR" altLang="en-US" dirty="0"/>
              <a:t>내에서 프로젝트 스타일에 맞게 기본적인 내용을 포함하여 같이 첨부된 해당 예시처럼 디자인한 시안을 보내주시면 됩니다</a:t>
            </a:r>
            <a:r>
              <a:rPr lang="en-US" altLang="ko-KR" dirty="0"/>
              <a:t>.</a:t>
            </a:r>
          </a:p>
          <a:p>
            <a:pPr fontAlgn="base"/>
            <a:endParaRPr lang="ko-KR" altLang="en-US" dirty="0"/>
          </a:p>
          <a:p>
            <a:pPr fontAlgn="base"/>
            <a:r>
              <a:rPr lang="ko-KR" altLang="en-US" b="1" dirty="0"/>
              <a:t>필수 포함 내용</a:t>
            </a:r>
            <a:r>
              <a:rPr lang="en-US" altLang="ko-KR" dirty="0"/>
              <a:t>: </a:t>
            </a:r>
            <a:r>
              <a:rPr lang="ko-KR" altLang="en-US" dirty="0" err="1"/>
              <a:t>팀명</a:t>
            </a:r>
            <a:r>
              <a:rPr lang="en-US" altLang="ko-KR" dirty="0"/>
              <a:t> / </a:t>
            </a:r>
            <a:r>
              <a:rPr lang="ko-KR" altLang="en-US" dirty="0"/>
              <a:t>팀원 </a:t>
            </a:r>
            <a:r>
              <a:rPr lang="en-US" altLang="ko-KR" dirty="0"/>
              <a:t> / </a:t>
            </a:r>
            <a:r>
              <a:rPr lang="ko-KR" altLang="en-US" dirty="0"/>
              <a:t>프로젝트명 </a:t>
            </a:r>
            <a:r>
              <a:rPr lang="en-US" altLang="ko-KR" dirty="0"/>
              <a:t>/ </a:t>
            </a:r>
            <a:r>
              <a:rPr lang="ko-KR" altLang="en-US" dirty="0"/>
              <a:t>프로젝트 소개 </a:t>
            </a:r>
            <a:r>
              <a:rPr lang="en-US" altLang="ko-KR" dirty="0"/>
              <a:t>/ </a:t>
            </a:r>
            <a:r>
              <a:rPr lang="ko-KR" altLang="en-US" dirty="0"/>
              <a:t>예시 화면 </a:t>
            </a:r>
            <a:endParaRPr lang="en-US" altLang="ko-KR" dirty="0"/>
          </a:p>
          <a:p>
            <a:pPr fontAlgn="base"/>
            <a:endParaRPr lang="ko-KR" altLang="en-US" dirty="0"/>
          </a:p>
          <a:p>
            <a:pPr fontAlgn="base"/>
            <a:r>
              <a:rPr lang="ko-KR" altLang="en-US" b="1" dirty="0"/>
              <a:t>선택 내용</a:t>
            </a:r>
            <a:r>
              <a:rPr lang="en-US" altLang="ko-KR" dirty="0"/>
              <a:t>:  </a:t>
            </a:r>
            <a:r>
              <a:rPr lang="ko-KR" altLang="en-US" dirty="0"/>
              <a:t>프로젝트 알고리즘 </a:t>
            </a:r>
            <a:r>
              <a:rPr lang="en-US" altLang="ko-KR" dirty="0"/>
              <a:t>/ </a:t>
            </a:r>
            <a:r>
              <a:rPr lang="ko-KR" altLang="en-US" dirty="0"/>
              <a:t>기술 </a:t>
            </a:r>
            <a:r>
              <a:rPr lang="en-US" altLang="ko-KR" dirty="0"/>
              <a:t>/ </a:t>
            </a:r>
            <a:r>
              <a:rPr lang="ko-KR" altLang="en-US"/>
              <a:t>공모전 수상 이력 등</a:t>
            </a:r>
          </a:p>
          <a:p>
            <a:pPr fontAlgn="base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187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72</Words>
  <Application>Microsoft Office PowerPoint</Application>
  <PresentationFormat>사용자 지정</PresentationFormat>
  <Paragraphs>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안재현</dc:creator>
  <cp:lastModifiedBy>문다영</cp:lastModifiedBy>
  <cp:revision>5</cp:revision>
  <dcterms:created xsi:type="dcterms:W3CDTF">2017-09-29T08:12:49Z</dcterms:created>
  <dcterms:modified xsi:type="dcterms:W3CDTF">2022-10-12T01:55:45Z</dcterms:modified>
</cp:coreProperties>
</file>