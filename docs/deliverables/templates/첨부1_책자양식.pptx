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3" r:id="rId2"/>
    <p:sldId id="261" r:id="rId3"/>
    <p:sldId id="257" r:id="rId4"/>
    <p:sldId id="262" r:id="rId5"/>
    <p:sldId id="258" r:id="rId6"/>
    <p:sldId id="259" r:id="rId7"/>
    <p:sldId id="260" r:id="rId8"/>
  </p:sldIdLst>
  <p:sldSz cx="36107688" cy="27000200"/>
  <p:notesSz cx="6797675" cy="9926638"/>
  <p:defaultTextStyle>
    <a:defPPr>
      <a:defRPr lang="ko-KR"/>
    </a:defPPr>
    <a:lvl1pPr marL="0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1pPr>
    <a:lvl2pPr marL="1173430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2pPr>
    <a:lvl3pPr marL="2346867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3pPr>
    <a:lvl4pPr marL="3520297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4pPr>
    <a:lvl5pPr marL="4693731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5pPr>
    <a:lvl6pPr marL="5867158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6pPr>
    <a:lvl7pPr marL="7040591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7pPr>
    <a:lvl8pPr marL="8214024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8pPr>
    <a:lvl9pPr marL="9387454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05" userDrawn="1">
          <p15:clr>
            <a:srgbClr val="A4A3A4"/>
          </p15:clr>
        </p15:guide>
        <p15:guide id="2" pos="11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7" d="100"/>
          <a:sy n="27" d="100"/>
        </p:scale>
        <p:origin x="1836" y="180"/>
      </p:cViewPr>
      <p:guideLst>
        <p:guide orient="horz" pos="8505"/>
        <p:guide pos="113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5" d="100"/>
          <a:sy n="65" d="100"/>
        </p:scale>
        <p:origin x="3366" y="66"/>
      </p:cViewPr>
      <p:guideLst>
        <p:guide orient="horz" pos="3127"/>
        <p:guide pos="2142"/>
      </p:guideLst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0913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4161D-6FEB-4256-99E7-C415BFD83B69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1225" y="744538"/>
            <a:ext cx="49752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D406F-9772-45B6-9B98-31F1F4A67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45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1pPr>
    <a:lvl2pPr marL="1173430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2pPr>
    <a:lvl3pPr marL="2346867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3pPr>
    <a:lvl4pPr marL="3520297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4pPr>
    <a:lvl5pPr marL="4693731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5pPr>
    <a:lvl6pPr marL="5867158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6pPr>
    <a:lvl7pPr marL="7040591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7pPr>
    <a:lvl8pPr marL="8214024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8pPr>
    <a:lvl9pPr marL="9387454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1225" y="744538"/>
            <a:ext cx="49752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406F-9772-45B6-9B98-31F1F4A67CE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2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1225" y="744538"/>
            <a:ext cx="49752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406F-9772-45B6-9B98-31F1F4A67CE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8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08079" y="8387572"/>
            <a:ext cx="30691533" cy="57875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416157" y="15300123"/>
            <a:ext cx="25275382" cy="6900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88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77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65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54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43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31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620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70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2260" y="17350142"/>
            <a:ext cx="30691533" cy="5362543"/>
          </a:xfrm>
        </p:spPr>
        <p:txBody>
          <a:bodyPr anchor="t"/>
          <a:lstStyle>
            <a:lvl1pPr algn="l">
              <a:defRPr sz="9525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852260" y="11443846"/>
            <a:ext cx="30691533" cy="5906292"/>
          </a:xfrm>
        </p:spPr>
        <p:txBody>
          <a:bodyPr anchor="b"/>
          <a:lstStyle>
            <a:lvl1pPr marL="0" indent="0">
              <a:buNone/>
              <a:defRPr sz="4763">
                <a:solidFill>
                  <a:schemeClr val="tx1">
                    <a:tint val="75000"/>
                  </a:schemeClr>
                </a:solidFill>
              </a:defRPr>
            </a:lvl1pPr>
            <a:lvl2pPr marL="1088614" indent="0">
              <a:buNone/>
              <a:defRPr sz="4287">
                <a:solidFill>
                  <a:schemeClr val="tx1">
                    <a:tint val="75000"/>
                  </a:schemeClr>
                </a:solidFill>
              </a:defRPr>
            </a:lvl2pPr>
            <a:lvl3pPr marL="2177230" indent="0">
              <a:buNone/>
              <a:defRPr sz="3809">
                <a:solidFill>
                  <a:schemeClr val="tx1">
                    <a:tint val="75000"/>
                  </a:schemeClr>
                </a:solidFill>
              </a:defRPr>
            </a:lvl3pPr>
            <a:lvl4pPr marL="3265843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4pPr>
            <a:lvl5pPr marL="4354459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5pPr>
            <a:lvl6pPr marL="5443073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6pPr>
            <a:lvl7pPr marL="6531689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7pPr>
            <a:lvl8pPr marL="7620303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8pPr>
            <a:lvl9pPr marL="8708919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05384" y="6300062"/>
            <a:ext cx="15947563" cy="17818885"/>
          </a:xfrm>
        </p:spPr>
        <p:txBody>
          <a:bodyPr/>
          <a:lstStyle>
            <a:lvl1pPr>
              <a:defRPr sz="6668"/>
            </a:lvl1pPr>
            <a:lvl2pPr>
              <a:defRPr sz="5714"/>
            </a:lvl2pPr>
            <a:lvl3pPr>
              <a:defRPr sz="4763"/>
            </a:lvl3pPr>
            <a:lvl4pPr>
              <a:defRPr sz="4287"/>
            </a:lvl4pPr>
            <a:lvl5pPr>
              <a:defRPr sz="4287"/>
            </a:lvl5pPr>
            <a:lvl6pPr>
              <a:defRPr sz="4287"/>
            </a:lvl6pPr>
            <a:lvl7pPr>
              <a:defRPr sz="4287"/>
            </a:lvl7pPr>
            <a:lvl8pPr>
              <a:defRPr sz="4287"/>
            </a:lvl8pPr>
            <a:lvl9pPr>
              <a:defRPr sz="428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8354744" y="6300062"/>
            <a:ext cx="15947563" cy="17818885"/>
          </a:xfrm>
        </p:spPr>
        <p:txBody>
          <a:bodyPr/>
          <a:lstStyle>
            <a:lvl1pPr>
              <a:defRPr sz="6668"/>
            </a:lvl1pPr>
            <a:lvl2pPr>
              <a:defRPr sz="5714"/>
            </a:lvl2pPr>
            <a:lvl3pPr>
              <a:defRPr sz="4763"/>
            </a:lvl3pPr>
            <a:lvl4pPr>
              <a:defRPr sz="4287"/>
            </a:lvl4pPr>
            <a:lvl5pPr>
              <a:defRPr sz="4287"/>
            </a:lvl5pPr>
            <a:lvl6pPr>
              <a:defRPr sz="4287"/>
            </a:lvl6pPr>
            <a:lvl7pPr>
              <a:defRPr sz="4287"/>
            </a:lvl7pPr>
            <a:lvl8pPr>
              <a:defRPr sz="4287"/>
            </a:lvl8pPr>
            <a:lvl9pPr>
              <a:defRPr sz="428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05394" y="6043802"/>
            <a:ext cx="15953833" cy="2518767"/>
          </a:xfrm>
        </p:spPr>
        <p:txBody>
          <a:bodyPr anchor="b"/>
          <a:lstStyle>
            <a:lvl1pPr marL="0" indent="0">
              <a:buNone/>
              <a:defRPr sz="5714" b="1"/>
            </a:lvl1pPr>
            <a:lvl2pPr marL="1088614" indent="0">
              <a:buNone/>
              <a:defRPr sz="4763" b="1"/>
            </a:lvl2pPr>
            <a:lvl3pPr marL="2177230" indent="0">
              <a:buNone/>
              <a:defRPr sz="4287" b="1"/>
            </a:lvl3pPr>
            <a:lvl4pPr marL="3265843" indent="0">
              <a:buNone/>
              <a:defRPr sz="3809" b="1"/>
            </a:lvl4pPr>
            <a:lvl5pPr marL="4354459" indent="0">
              <a:buNone/>
              <a:defRPr sz="3809" b="1"/>
            </a:lvl5pPr>
            <a:lvl6pPr marL="5443073" indent="0">
              <a:buNone/>
              <a:defRPr sz="3809" b="1"/>
            </a:lvl6pPr>
            <a:lvl7pPr marL="6531689" indent="0">
              <a:buNone/>
              <a:defRPr sz="3809" b="1"/>
            </a:lvl7pPr>
            <a:lvl8pPr marL="7620303" indent="0">
              <a:buNone/>
              <a:defRPr sz="3809" b="1"/>
            </a:lvl8pPr>
            <a:lvl9pPr marL="8708919" indent="0">
              <a:buNone/>
              <a:defRPr sz="380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805394" y="8562578"/>
            <a:ext cx="15953833" cy="15556367"/>
          </a:xfrm>
        </p:spPr>
        <p:txBody>
          <a:bodyPr/>
          <a:lstStyle>
            <a:lvl1pPr>
              <a:defRPr sz="5714"/>
            </a:lvl1pPr>
            <a:lvl2pPr>
              <a:defRPr sz="4763"/>
            </a:lvl2pPr>
            <a:lvl3pPr>
              <a:defRPr sz="4287"/>
            </a:lvl3pPr>
            <a:lvl4pPr>
              <a:defRPr sz="3809"/>
            </a:lvl4pPr>
            <a:lvl5pPr>
              <a:defRPr sz="3809"/>
            </a:lvl5pPr>
            <a:lvl6pPr>
              <a:defRPr sz="3809"/>
            </a:lvl6pPr>
            <a:lvl7pPr>
              <a:defRPr sz="3809"/>
            </a:lvl7pPr>
            <a:lvl8pPr>
              <a:defRPr sz="3809"/>
            </a:lvl8pPr>
            <a:lvl9pPr>
              <a:defRPr sz="380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8342220" y="6043802"/>
            <a:ext cx="15960097" cy="2518767"/>
          </a:xfrm>
        </p:spPr>
        <p:txBody>
          <a:bodyPr anchor="b"/>
          <a:lstStyle>
            <a:lvl1pPr marL="0" indent="0">
              <a:buNone/>
              <a:defRPr sz="5714" b="1"/>
            </a:lvl1pPr>
            <a:lvl2pPr marL="1088614" indent="0">
              <a:buNone/>
              <a:defRPr sz="4763" b="1"/>
            </a:lvl2pPr>
            <a:lvl3pPr marL="2177230" indent="0">
              <a:buNone/>
              <a:defRPr sz="4287" b="1"/>
            </a:lvl3pPr>
            <a:lvl4pPr marL="3265843" indent="0">
              <a:buNone/>
              <a:defRPr sz="3809" b="1"/>
            </a:lvl4pPr>
            <a:lvl5pPr marL="4354459" indent="0">
              <a:buNone/>
              <a:defRPr sz="3809" b="1"/>
            </a:lvl5pPr>
            <a:lvl6pPr marL="5443073" indent="0">
              <a:buNone/>
              <a:defRPr sz="3809" b="1"/>
            </a:lvl6pPr>
            <a:lvl7pPr marL="6531689" indent="0">
              <a:buNone/>
              <a:defRPr sz="3809" b="1"/>
            </a:lvl7pPr>
            <a:lvl8pPr marL="7620303" indent="0">
              <a:buNone/>
              <a:defRPr sz="3809" b="1"/>
            </a:lvl8pPr>
            <a:lvl9pPr marL="8708919" indent="0">
              <a:buNone/>
              <a:defRPr sz="380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8342220" y="8562578"/>
            <a:ext cx="15960097" cy="15556367"/>
          </a:xfrm>
        </p:spPr>
        <p:txBody>
          <a:bodyPr/>
          <a:lstStyle>
            <a:lvl1pPr>
              <a:defRPr sz="5714"/>
            </a:lvl1pPr>
            <a:lvl2pPr>
              <a:defRPr sz="4763"/>
            </a:lvl2pPr>
            <a:lvl3pPr>
              <a:defRPr sz="4287"/>
            </a:lvl3pPr>
            <a:lvl4pPr>
              <a:defRPr sz="3809"/>
            </a:lvl4pPr>
            <a:lvl5pPr>
              <a:defRPr sz="3809"/>
            </a:lvl5pPr>
            <a:lvl6pPr>
              <a:defRPr sz="3809"/>
            </a:lvl6pPr>
            <a:lvl7pPr>
              <a:defRPr sz="3809"/>
            </a:lvl7pPr>
            <a:lvl8pPr>
              <a:defRPr sz="3809"/>
            </a:lvl8pPr>
            <a:lvl9pPr>
              <a:defRPr sz="380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05405" y="1075015"/>
            <a:ext cx="11879180" cy="4575033"/>
          </a:xfrm>
        </p:spPr>
        <p:txBody>
          <a:bodyPr anchor="b"/>
          <a:lstStyle>
            <a:lvl1pPr algn="l">
              <a:defRPr sz="476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117114" y="1075019"/>
            <a:ext cx="20185202" cy="23043922"/>
          </a:xfrm>
        </p:spPr>
        <p:txBody>
          <a:bodyPr/>
          <a:lstStyle>
            <a:lvl1pPr>
              <a:defRPr sz="7620"/>
            </a:lvl1pPr>
            <a:lvl2pPr>
              <a:defRPr sz="6668"/>
            </a:lvl2pPr>
            <a:lvl3pPr>
              <a:defRPr sz="5714"/>
            </a:lvl3pPr>
            <a:lvl4pPr>
              <a:defRPr sz="4763"/>
            </a:lvl4pPr>
            <a:lvl5pPr>
              <a:defRPr sz="4763"/>
            </a:lvl5pPr>
            <a:lvl6pPr>
              <a:defRPr sz="4763"/>
            </a:lvl6pPr>
            <a:lvl7pPr>
              <a:defRPr sz="4763"/>
            </a:lvl7pPr>
            <a:lvl8pPr>
              <a:defRPr sz="4763"/>
            </a:lvl8pPr>
            <a:lvl9pPr>
              <a:defRPr sz="476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805405" y="5650059"/>
            <a:ext cx="11879180" cy="18468889"/>
          </a:xfrm>
        </p:spPr>
        <p:txBody>
          <a:bodyPr/>
          <a:lstStyle>
            <a:lvl1pPr marL="0" indent="0">
              <a:buNone/>
              <a:defRPr sz="3333"/>
            </a:lvl1pPr>
            <a:lvl2pPr marL="1088614" indent="0">
              <a:buNone/>
              <a:defRPr sz="2857"/>
            </a:lvl2pPr>
            <a:lvl3pPr marL="2177230" indent="0">
              <a:buNone/>
              <a:defRPr sz="2381"/>
            </a:lvl3pPr>
            <a:lvl4pPr marL="3265843" indent="0">
              <a:buNone/>
              <a:defRPr sz="2142"/>
            </a:lvl4pPr>
            <a:lvl5pPr marL="4354459" indent="0">
              <a:buNone/>
              <a:defRPr sz="2142"/>
            </a:lvl5pPr>
            <a:lvl6pPr marL="5443073" indent="0">
              <a:buNone/>
              <a:defRPr sz="2142"/>
            </a:lvl6pPr>
            <a:lvl7pPr marL="6531689" indent="0">
              <a:buNone/>
              <a:defRPr sz="2142"/>
            </a:lvl7pPr>
            <a:lvl8pPr marL="7620303" indent="0">
              <a:buNone/>
              <a:defRPr sz="2142"/>
            </a:lvl8pPr>
            <a:lvl9pPr marL="8708919" indent="0">
              <a:buNone/>
              <a:defRPr sz="214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77360" y="18900151"/>
            <a:ext cx="21664613" cy="2231275"/>
          </a:xfrm>
        </p:spPr>
        <p:txBody>
          <a:bodyPr anchor="b"/>
          <a:lstStyle>
            <a:lvl1pPr algn="l">
              <a:defRPr sz="476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077360" y="2412530"/>
            <a:ext cx="21664613" cy="16200120"/>
          </a:xfrm>
        </p:spPr>
        <p:txBody>
          <a:bodyPr/>
          <a:lstStyle>
            <a:lvl1pPr marL="0" indent="0">
              <a:buNone/>
              <a:defRPr sz="7620"/>
            </a:lvl1pPr>
            <a:lvl2pPr marL="1088614" indent="0">
              <a:buNone/>
              <a:defRPr sz="6668"/>
            </a:lvl2pPr>
            <a:lvl3pPr marL="2177230" indent="0">
              <a:buNone/>
              <a:defRPr sz="5714"/>
            </a:lvl3pPr>
            <a:lvl4pPr marL="3265843" indent="0">
              <a:buNone/>
              <a:defRPr sz="4763"/>
            </a:lvl4pPr>
            <a:lvl5pPr marL="4354459" indent="0">
              <a:buNone/>
              <a:defRPr sz="4763"/>
            </a:lvl5pPr>
            <a:lvl6pPr marL="5443073" indent="0">
              <a:buNone/>
              <a:defRPr sz="4763"/>
            </a:lvl6pPr>
            <a:lvl7pPr marL="6531689" indent="0">
              <a:buNone/>
              <a:defRPr sz="4763"/>
            </a:lvl7pPr>
            <a:lvl8pPr marL="7620303" indent="0">
              <a:buNone/>
              <a:defRPr sz="4763"/>
            </a:lvl8pPr>
            <a:lvl9pPr marL="8708919" indent="0">
              <a:buNone/>
              <a:defRPr sz="4763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077360" y="21131420"/>
            <a:ext cx="21664613" cy="3168770"/>
          </a:xfrm>
        </p:spPr>
        <p:txBody>
          <a:bodyPr/>
          <a:lstStyle>
            <a:lvl1pPr marL="0" indent="0">
              <a:buNone/>
              <a:defRPr sz="3333"/>
            </a:lvl1pPr>
            <a:lvl2pPr marL="1088614" indent="0">
              <a:buNone/>
              <a:defRPr sz="2857"/>
            </a:lvl2pPr>
            <a:lvl3pPr marL="2177230" indent="0">
              <a:buNone/>
              <a:defRPr sz="2381"/>
            </a:lvl3pPr>
            <a:lvl4pPr marL="3265843" indent="0">
              <a:buNone/>
              <a:defRPr sz="2142"/>
            </a:lvl4pPr>
            <a:lvl5pPr marL="4354459" indent="0">
              <a:buNone/>
              <a:defRPr sz="2142"/>
            </a:lvl5pPr>
            <a:lvl6pPr marL="5443073" indent="0">
              <a:buNone/>
              <a:defRPr sz="2142"/>
            </a:lvl6pPr>
            <a:lvl7pPr marL="6531689" indent="0">
              <a:buNone/>
              <a:defRPr sz="2142"/>
            </a:lvl7pPr>
            <a:lvl8pPr marL="7620303" indent="0">
              <a:buNone/>
              <a:defRPr sz="2142"/>
            </a:lvl8pPr>
            <a:lvl9pPr marL="8708919" indent="0">
              <a:buNone/>
              <a:defRPr sz="214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6178093" y="1081270"/>
            <a:ext cx="8124227" cy="2303766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5396" y="1081270"/>
            <a:ext cx="23770894" cy="2303766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805394" y="1081265"/>
            <a:ext cx="32496920" cy="450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05394" y="6300062"/>
            <a:ext cx="32496920" cy="17818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805396" y="25025201"/>
            <a:ext cx="8425127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2336803" y="25025201"/>
            <a:ext cx="11434103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5877191" y="25025201"/>
            <a:ext cx="8425127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77230" rtl="0" eaLnBrk="1" latinLnBrk="1" hangingPunct="1">
        <a:spcBef>
          <a:spcPct val="0"/>
        </a:spcBef>
        <a:buNone/>
        <a:defRPr sz="10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6461" indent="-816461" algn="l" defTabSz="2177230" rtl="0" eaLnBrk="1" latinLnBrk="1" hangingPunct="1">
        <a:spcBef>
          <a:spcPct val="20000"/>
        </a:spcBef>
        <a:buFont typeface="Arial" pitchFamily="34" charset="0"/>
        <a:buChar char="•"/>
        <a:defRPr sz="7620" kern="1200">
          <a:solidFill>
            <a:schemeClr val="tx1"/>
          </a:solidFill>
          <a:latin typeface="+mn-lt"/>
          <a:ea typeface="+mn-ea"/>
          <a:cs typeface="+mn-cs"/>
        </a:defRPr>
      </a:lvl1pPr>
      <a:lvl2pPr marL="1768998" indent="-680385" algn="l" defTabSz="2177230" rtl="0" eaLnBrk="1" latinLnBrk="1" hangingPunct="1">
        <a:spcBef>
          <a:spcPct val="20000"/>
        </a:spcBef>
        <a:buFont typeface="Arial" pitchFamily="34" charset="0"/>
        <a:buChar char="–"/>
        <a:defRPr sz="6668" kern="1200">
          <a:solidFill>
            <a:schemeClr val="tx1"/>
          </a:solidFill>
          <a:latin typeface="+mn-lt"/>
          <a:ea typeface="+mn-ea"/>
          <a:cs typeface="+mn-cs"/>
        </a:defRPr>
      </a:lvl2pPr>
      <a:lvl3pPr marL="2721537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5714" kern="1200">
          <a:solidFill>
            <a:schemeClr val="tx1"/>
          </a:solidFill>
          <a:latin typeface="+mn-lt"/>
          <a:ea typeface="+mn-ea"/>
          <a:cs typeface="+mn-cs"/>
        </a:defRPr>
      </a:lvl3pPr>
      <a:lvl4pPr marL="3810152" indent="-544307" algn="l" defTabSz="2177230" rtl="0" eaLnBrk="1" latinLnBrk="1" hangingPunct="1">
        <a:spcBef>
          <a:spcPct val="20000"/>
        </a:spcBef>
        <a:buFont typeface="Arial" pitchFamily="34" charset="0"/>
        <a:buChar char="–"/>
        <a:defRPr sz="4763" kern="1200">
          <a:solidFill>
            <a:schemeClr val="tx1"/>
          </a:solidFill>
          <a:latin typeface="+mn-lt"/>
          <a:ea typeface="+mn-ea"/>
          <a:cs typeface="+mn-cs"/>
        </a:defRPr>
      </a:lvl4pPr>
      <a:lvl5pPr marL="4898767" indent="-544307" algn="l" defTabSz="2177230" rtl="0" eaLnBrk="1" latinLnBrk="1" hangingPunct="1">
        <a:spcBef>
          <a:spcPct val="20000"/>
        </a:spcBef>
        <a:buFont typeface="Arial" pitchFamily="34" charset="0"/>
        <a:buChar char="»"/>
        <a:defRPr sz="4763" kern="1200">
          <a:solidFill>
            <a:schemeClr val="tx1"/>
          </a:solidFill>
          <a:latin typeface="+mn-lt"/>
          <a:ea typeface="+mn-ea"/>
          <a:cs typeface="+mn-cs"/>
        </a:defRPr>
      </a:lvl5pPr>
      <a:lvl6pPr marL="5987380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6pPr>
      <a:lvl7pPr marL="7075997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7pPr>
      <a:lvl8pPr marL="8164610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8pPr>
      <a:lvl9pPr marL="9253226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1pPr>
      <a:lvl2pPr marL="1088614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2pPr>
      <a:lvl3pPr marL="2177230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3pPr>
      <a:lvl4pPr marL="3265843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4pPr>
      <a:lvl5pPr marL="4354459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5pPr>
      <a:lvl6pPr marL="5443073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6pPr>
      <a:lvl7pPr marL="6531689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7pPr>
      <a:lvl8pPr marL="7620303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8pPr>
      <a:lvl9pPr marL="8708919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9A15EDB-AB50-0C58-ADE9-3C58E71BD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844" y="2340100"/>
            <a:ext cx="22500000" cy="228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9C722B-E8C4-47C1-0511-1AD96D6D1703}"/>
              </a:ext>
            </a:extLst>
          </p:cNvPr>
          <p:cNvSpPr txBox="1"/>
          <p:nvPr/>
        </p:nvSpPr>
        <p:spPr>
          <a:xfrm>
            <a:off x="14993844" y="686521"/>
            <a:ext cx="130607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0" dirty="0">
                <a:solidFill>
                  <a:srgbClr val="FF0000"/>
                </a:solidFill>
              </a:rPr>
              <a:t>졸업작품 책자 예시</a:t>
            </a:r>
          </a:p>
        </p:txBody>
      </p:sp>
    </p:spTree>
    <p:extLst>
      <p:ext uri="{BB962C8B-B14F-4D97-AF65-F5344CB8AC3E}">
        <p14:creationId xmlns:p14="http://schemas.microsoft.com/office/powerpoint/2010/main" val="101730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필요성</a:t>
            </a:r>
            <a:r>
              <a:rPr lang="en-US" altLang="ko-KR" dirty="0"/>
              <a:t> </a:t>
            </a:r>
            <a:r>
              <a:rPr lang="ko-KR" altLang="en-US" dirty="0"/>
              <a:t>및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상단</a:t>
            </a:r>
            <a:r>
              <a:rPr lang="en-US" altLang="ko-KR" dirty="0"/>
              <a:t> </a:t>
            </a:r>
            <a:r>
              <a:rPr lang="ko-KR" altLang="en-US" dirty="0"/>
              <a:t>머리말 내용</a:t>
            </a:r>
            <a:endParaRPr lang="en-US" altLang="ko-KR" dirty="0"/>
          </a:p>
          <a:p>
            <a:pPr lvl="1"/>
            <a:r>
              <a:rPr lang="en-US" altLang="ko-KR" dirty="0"/>
              <a:t>2026</a:t>
            </a:r>
            <a:r>
              <a:rPr lang="ko-KR" altLang="en-US" dirty="0"/>
              <a:t>년 졸업작품</a:t>
            </a:r>
            <a:r>
              <a:rPr lang="en-US" altLang="ko-KR" dirty="0"/>
              <a:t>(</a:t>
            </a:r>
            <a:r>
              <a:rPr lang="ko-KR" altLang="en-US" dirty="0"/>
              <a:t>외부 공모전</a:t>
            </a:r>
            <a:r>
              <a:rPr lang="en-US" altLang="ko-KR" dirty="0"/>
              <a:t>/</a:t>
            </a:r>
            <a:r>
              <a:rPr lang="ko-KR" altLang="en-US" dirty="0"/>
              <a:t>논문 출품작 및 수상 내역이 있으면 해당 사항을 우선 기재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작품 제목</a:t>
            </a:r>
            <a:endParaRPr lang="en-US" altLang="ko-KR" dirty="0"/>
          </a:p>
          <a:p>
            <a:pPr>
              <a:tabLst>
                <a:tab pos="1496845" algn="l"/>
              </a:tabLst>
            </a:pPr>
            <a:r>
              <a:rPr lang="ko-KR" altLang="en-US" dirty="0"/>
              <a:t>하단 바닥글은 팀원 및 지도교수명을 기재</a:t>
            </a:r>
            <a:endParaRPr lang="en-US" altLang="ko-KR" dirty="0"/>
          </a:p>
          <a:p>
            <a:r>
              <a:rPr lang="ko-KR" altLang="en-US" dirty="0"/>
              <a:t>각 슬라이드 제목은 예시이며</a:t>
            </a:r>
            <a:r>
              <a:rPr lang="en-US" altLang="ko-KR" dirty="0"/>
              <a:t>, </a:t>
            </a:r>
            <a:r>
              <a:rPr lang="ko-KR" altLang="en-US" dirty="0"/>
              <a:t>발표 내용에 따라서 제목을 다르게 지을 수 있음</a:t>
            </a:r>
          </a:p>
        </p:txBody>
      </p:sp>
    </p:spTree>
    <p:extLst>
      <p:ext uri="{BB962C8B-B14F-4D97-AF65-F5344CB8AC3E}">
        <p14:creationId xmlns:p14="http://schemas.microsoft.com/office/powerpoint/2010/main" val="234780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시스템 구성도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2271728"/>
            <a:r>
              <a:rPr lang="ko-KR" altLang="en-US" dirty="0"/>
              <a:t>위 작성 지침을 크게 벗어나지 않는 수준에서 디자인</a:t>
            </a:r>
            <a:r>
              <a:rPr lang="en-US" altLang="ko-KR" dirty="0"/>
              <a:t>(</a:t>
            </a:r>
            <a:r>
              <a:rPr lang="ko-KR" altLang="en-US" dirty="0"/>
              <a:t>색상</a:t>
            </a:r>
            <a:r>
              <a:rPr lang="en-US" altLang="ko-KR" dirty="0"/>
              <a:t>) </a:t>
            </a:r>
            <a:r>
              <a:rPr lang="ko-KR" altLang="en-US" dirty="0"/>
              <a:t>등을 다르게 해도 좋음</a:t>
            </a:r>
          </a:p>
        </p:txBody>
      </p:sp>
    </p:spTree>
    <p:extLst>
      <p:ext uri="{BB962C8B-B14F-4D97-AF65-F5344CB8AC3E}">
        <p14:creationId xmlns:p14="http://schemas.microsoft.com/office/powerpoint/2010/main" val="285898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주요 기술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80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주요 기술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1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주요 기술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49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결론 및 기대효과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82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76</Words>
  <Application>Microsoft Office PowerPoint</Application>
  <PresentationFormat>사용자 지정</PresentationFormat>
  <Paragraphs>15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필요성 및 배경</vt:lpstr>
      <vt:lpstr>시스템 구성도</vt:lpstr>
      <vt:lpstr>주요 기술</vt:lpstr>
      <vt:lpstr>주요 기술</vt:lpstr>
      <vt:lpstr>주요 기술</vt:lpstr>
      <vt:lpstr>결론 및 기대효과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필요성 및 배경</dc:title>
  <dc:creator>Microsoft Corporation</dc:creator>
  <cp:lastModifiedBy>전 특</cp:lastModifiedBy>
  <cp:revision>18</cp:revision>
  <cp:lastPrinted>2017-09-25T07:20:11Z</cp:lastPrinted>
  <dcterms:created xsi:type="dcterms:W3CDTF">2006-10-05T04:04:58Z</dcterms:created>
  <dcterms:modified xsi:type="dcterms:W3CDTF">2026-09-11T05:38:24Z</dcterms:modified>
</cp:coreProperties>
</file>